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0"/>
            <a:ext cx="457200" cy="685800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group event planning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0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status + suggestion-pipeline rebuild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briefing  ·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hangout planning is broken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friends in a chat: "Where should we go Saturday?" → 47 messages, no decision, someone gives up.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either curated lists (no personalization) or reservation-first (Resy, OpenTable) — neither solves the deciding-together problem.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 isn't finding venues — it's converging on one with the group's actual preferences in mind.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professionals in NYC and Chicago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sizes 2–8. Plans cocktails, dinner, brunch, dancing, comedy, day-out activities.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user has decision fatigue and a "no chains, no tourist traps" filter.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Geographically constrained to two cities today; hardcoded radii (35 mi NYC, 30 mi Chicago).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planner for groups, not individuals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"squad" (group). Start a session ("Saturday night drinks"). The AI suggests venues based on aggregated group prefs.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voting + chat. Mention @Planner to refine suggestions on the fly.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plan → calendar invite + .ics file emailed/pushed to everyone.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post-event feedback (1–5 stars + tags) feeds back into future suggestions.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 in five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2286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budget, energy, categories, hard-nos, favorite neighborhoods, discovery style (hidden gems / popular / mixed).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788920"/>
            <a:ext cx="640080" cy="640080"/>
          </a:xfrm>
          <a:prstGeom prst="ellipse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31546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friends via code. Group prefs auto-aggregate (consensus on budget, energy, hard-nos).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40233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filters, vibe description, location mode. AI generates 5–7 suggestions.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526280"/>
            <a:ext cx="640080" cy="640080"/>
          </a:xfrm>
          <a:prstGeom prst="ellipse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+ chat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48920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Upvote / downvote with reasons. @Planner refines suggestions live via chat.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5394960"/>
            <a:ext cx="640080" cy="640080"/>
          </a:xfrm>
          <a:prstGeom prst="ellipse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5440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57607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venue → calendar invite for everyone. Post-event feedback collected after.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is live, iOS is on TestFlight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usable, real users hitting it.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beta, build 15.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Express backend serves both. Web uses session cookies; iOS uses JWT.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is published under kishorecydext's Apple Developer account. Handoff still pending if we want to ship build 16.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from kishorecydext, now ours to drive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forked kishorecydext/LinkUpGo → bhattacharjee-k/LinkUpGo.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state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has not diverged from upstream. Full codebase intact.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originally on Replit. Legacy .replit + Replit plugins still in repo. Non-blocking.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for production. Postgres in Docker (port 5434) for local dev.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loop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→ keys → npm run dev. Working end-to-end as of today.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end to end, AI-driven backend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554480" cy="5486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2011680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Drizzle ORM + Postgres (Neon prod, Docker local)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1554480" cy="5486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788920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Wouter + TanStack Query + shadcn/ui + Tailwind v4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1554480" cy="5486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66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3566160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(React Native) + Apple Push + Google Mobile Ads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343400"/>
            <a:ext cx="1554480" cy="5486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4343400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(synthesis + 2 judges) + Claude Haiku 4.5 (2 judges + pairwise)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5120640"/>
            <a:ext cx="1554480" cy="5486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5120640"/>
            <a:ext cx="8915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on /ws (vote updates, chat, session changes)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we inherited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orchestrator + legacy bucket fallback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synthesizes a brief (intent, Places types, excludes, vibe keywords).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candidate sourcing: Google Places nearby + text search + Perplexity web search.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Gemini call validates and ranks → top 5 with "why" copy.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SAFE / EXPLORE / WILDCARD bucket scoring (rating × 10 + reviewCount/50 + bonuses).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diagnosed problems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349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73152" cy="2011680"/>
          </a:xfrm>
          <a:prstGeom prst="rect">
            <a:avLst/>
          </a:prstGeom>
          <a:solidFill>
            <a:srgbClr val="C66E3D"/>
          </a:solidFill>
          <a:ln w="12700">
            <a:solidFill>
              <a:srgbClr val="C66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biased toward popular places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reviewCount/50 scoring term in the legacy ranking.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5,000-review venues get +10. 75-review gems get +1.5.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Identical-rating venues sort by who's been Yelped more.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965960"/>
            <a:ext cx="5349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65960"/>
            <a:ext cx="73152" cy="2011680"/>
          </a:xfrm>
          <a:prstGeom prst="rect">
            <a:avLst/>
          </a:prstGeom>
          <a:solidFill>
            <a:srgbClr val="C66E3D"/>
          </a:solidFill>
          <a:ln w="12700">
            <a:solidFill>
              <a:srgbClr val="C66E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1031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a lot of venues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56032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 checks only tags[0].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venues like "restaurant + cocktail_bar" got dropped for nightlife requests.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Single-tag rejection pruned too aggressively.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251960"/>
            <a:ext cx="5349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251960"/>
            <a:ext cx="73152" cy="2011680"/>
          </a:xfrm>
          <a:prstGeom prst="rect">
            <a:avLst/>
          </a:prstGeom>
          <a:solidFill>
            <a:srgbClr val="C66E3D"/>
          </a:solidFill>
          <a:ln w="12700">
            <a:solidFill>
              <a:srgbClr val="C66E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891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neighborhood mapping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84632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hardcoded NYC neighborhoods + 31 Chicago.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Exact-string match against the venue's address field.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"East Village" never matched "119 Avenue A, NY, 10009".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251960"/>
            <a:ext cx="5349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4251960"/>
            <a:ext cx="73152" cy="2011680"/>
          </a:xfrm>
          <a:prstGeom prst="rect">
            <a:avLst/>
          </a:prstGeom>
          <a:solidFill>
            <a:srgbClr val="C66E3D"/>
          </a:solidFill>
          <a:ln w="12700">
            <a:solidFill>
              <a:srgbClr val="C66E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3891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484632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"Why" explanations written after picks, not driving them.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from past feedback signals.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advised in the prompt but never enforced in code.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each replacing a known weak point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1+2 collapsed into a single Gemini Flash call with Google Search grounding (replaces Perplexity).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Anti-popularity preprocessing — name-strip, popularity proxy, multi-tag filter, soft transport-mode score.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rebuilt as a panel of 4 LLM judges (PoLL): vibe, neighborhood, budget, hidden_gem — name-stripped, parallel.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PRP re-rank of top 10.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post-pass — MMR + KL calibration + hard quotas.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layer rewrite — Mapbox + NTA polygons + H3 cells (replaces hardcoded list).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1+2: collapsed and grounded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Gemini Flash call now does intent synthesis AND web venue discovery (via the googleSearch tool).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OrchestratorBrief + discoveredVenues[] in one structured response.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venue names re-fetched through Google Places to get structured data.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legacy synthesis if grounding fails — resilience layer.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fewer round-trips, lets the model surface venues Places' index buries.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Anti-popularity preprocessing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Name-strip, normalize, debias before the judges see candidates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■"/>
            </a:pPr>
            <a:r>
              <a:rPr lang="en-US" sz="14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stripping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becomes CANDIDATE_NN. Removes brand recognition bias. The single biggest debiasing lever.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length-normalization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to 220 chars so editorially-rich venues don't get artificially favored.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proxy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log(reviewCount + 1) attached as a structured feature, not a ranking weight.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Multi-tag filter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tag, not just tags[0]. Hybrid venues survive.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transport-mode score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0..1 penalty by distance, instead of hard 1mi / 5mi / 15mi cliffs.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by (name, h3_res9)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same-name venues across neighborhoods stay distinct.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parallel judges, no debate, no contamination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73152" cy="16916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— Claude Haiku 4.5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candidate match energy + free-text vibe?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scale with reasoning before score.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prompt caching on the rubric.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96596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65960"/>
            <a:ext cx="73152" cy="16916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1031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— Gemini 2.5 Flash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5603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fit using structured features.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NTA, H3 cells, distance, transport score.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short response (Gemini quirk).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9319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931920"/>
            <a:ext cx="73152" cy="16916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690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— Gemini Flash-Lite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5262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price-tier match.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model in the panel.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stakes; rule-based prompt.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9319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931920"/>
            <a:ext cx="73152" cy="16916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0690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 — Claude Haiku 4.5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45262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anti-popularity rubric.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review count = lower score.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Counterbalances the popularity bias upstream.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run in parallel via Promise.all — never see each other's outputs. Aggregated weighted: vibe 0.40 / neighborhood 0.25 / hidden_gem 0.20 / budget 0.15.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fight it out, then a hard diversity pass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■"/>
            </a:pPr>
            <a:r>
              <a:rPr lang="en-US" sz="14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PRP re-rank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only. Every pair judged twice (positions swapped) by Haiku. Disagreement = tie. Borda count.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post-pass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sequential filters: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MMR (λ = 0.7) over structured similarity (category, NTA, price tier, eventually embeddings).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Steck-style KL calibration toward the user's category history (skipped on cold-start).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Hard quotas — ≤4 same category, ≤2 same NTA, ≤3 same price tier.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top 20 raw candidates are all mainstream, the final list spreads.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geography, not 27 hardcoded names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Geocoding v6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reverse-geocodes any lat/lng to a stable neighborhood id.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Polygons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NTAs (262) + Chicago Community Areas (77). Point-in-polygon containment for venue → neighborhood.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cells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resolutions 7 and 9. Fast spatial bucketing for dedupe + per-cell quotas.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Favorite-neighborhood boost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substring match against address text. Now NTA-id membership check.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key + polygon files are HUMAN gates — pending.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request: "East Village cocktails, Saturday 8 pm"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349240" cy="4023360"/>
          </a:xfrm>
          <a:prstGeom prst="rect">
            <a:avLst/>
          </a:prstGeom>
          <a:solidFill>
            <a:srgbClr val="FBF1EB"/>
          </a:solidFill>
          <a:ln w="12700">
            <a:solidFill>
              <a:srgbClr val="C66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6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broken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7 picks, all scored "?":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Fifth Rooftop Bar — 24,959 reviews · Flatiron, NOT East Village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Cellar — comedy club, not a bar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Tiger — Korean restaurant (should have been excluded)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Purple — mainstream rooftop, $$$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McSorley's — historic ale house, not cocktails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349240" cy="4023360"/>
          </a:xfrm>
          <a:prstGeom prst="rect">
            <a:avLst/>
          </a:prstGeom>
          <a:solidFill>
            <a:srgbClr val="EDF5F0"/>
          </a:solidFill>
          <a:ln w="12700">
            <a:solidFill>
              <a:srgbClr val="3D8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148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D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judges working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5146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5 picks, real scores from the panel: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Don't Tell — 2,421 reviews · score 82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Smalls Jazz Club — score 72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Lovers of Today — 236 reviews · score 72  (genuine hidden gem)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Juke Bar — 572 reviews · score 72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&amp; Co East Village — 2,081 reviews · score 70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6217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 competing on equal footing with mainstream picks. Mainstream tourist spots dropped out.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what's left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 in v2 today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 / comedy clubs occasionally slip through (Smalls, Blue Note) — vibe judge needs tightening.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is loose without polygons + Mapbox key — pending HUMAN provisioning.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is built but blocked on Tier 2 hand-labeling (~50 examples, taste-required).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handoff — kishorecydext's Apple account still owns the published app.</a:t>
            </a:r>
            <a:endParaRPr lang="en-US" sz="1600" dirty="0"/>
          </a:p>
          <a:p>
            <a:pPr marL="342900" indent="-342900">
              <a:buSzPct val="100000"/>
              <a:buChar char="■"/>
            </a:pPr>
            <a:r>
              <a:rPr lang="en-US" sz="16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of the rebuild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dual-write infrastructure is already coded. Ramp plan: 5% → 25% → 100% gated on eval delta.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4008" cy="7772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943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can go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v2 — the next big bets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64008" cy="3200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learning — distill each user's history into multi-vector facets (PinnerSage-style); personal vibe vectors re-rank on top of group consensus.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exploration slot — positions 6–10 reserved for Thompson sampling per (segment × NTA × category). Forces novelty into the feed.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64008" cy="3200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10378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booking — Resy / OpenTable / Tock integration straight from a locked plan. No second app required.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Calendar-aware suggestions — pull free/busy from connected calendars; auto-suggest "next Saturday at 8" with no setup.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recap — group photo + auto-summary + share card. Closes the loop on attendance signal collection.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5257800"/>
            <a:ext cx="64008" cy="3200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5623560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— break the hardcoded NYC/Chicago radii. SF, LA, Austin, Miami based on early demand.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— currently iOS-only on TestFlight. Expo gives us this almost free.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LinkUpGo · Internal briefing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0" y="274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LinkUpGo Internal Briefing</dc:title>
  <dc:subject>PptxGenJS Presentation</dc:subject>
  <dc:creator>LinkUpGo team</dc:creator>
  <cp:lastModifiedBy>LinkUpGo team</cp:lastModifiedBy>
  <cp:revision>1</cp:revision>
  <dcterms:created xsi:type="dcterms:W3CDTF">2026-04-27T06:04:23Z</dcterms:created>
  <dcterms:modified xsi:type="dcterms:W3CDTF">2026-04-27T06:04:23Z</dcterms:modified>
</cp:coreProperties>
</file>